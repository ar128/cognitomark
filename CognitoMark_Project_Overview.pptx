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CognitoMark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High-Fidelity Exam Portal</a:t>
            </a:r>
          </a:p>
          <a:p>
            <a:r>
              <a:t>Real-time, Telemetry, and Premium 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CognitoMark is a state-of-the-art examination platform.</a:t>
            </a:r>
          </a:p>
          <a:p>
            <a:pPr>
              <a:defRPr sz="1800"/>
            </a:pPr>
            <a:r>
              <a:t>Focuses on behavioral precision and real-time monitoring.</a:t>
            </a:r>
          </a:p>
          <a:p>
            <a:pPr>
              <a:defRPr sz="1800"/>
            </a:pPr>
            <a:r>
              <a:t>Built for reliability, security, and a seamless administrative experience.</a:t>
            </a:r>
          </a:p>
          <a:p>
            <a:pPr>
              <a:defRPr sz="1800"/>
            </a:pPr>
            <a:r>
              <a:t>Features a high-fidelity telemetry engine for granular student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Real-Time Administration: Live updates via Socket.IO.</a:t>
            </a:r>
          </a:p>
          <a:p>
            <a:pPr>
              <a:defRPr sz="1800"/>
            </a:pPr>
            <a:r>
              <a:t>Advanced Telemetry: Granular click tracking and categorization.</a:t>
            </a:r>
          </a:p>
          <a:p>
            <a:pPr>
              <a:defRPr sz="1800"/>
            </a:pPr>
            <a:r>
              <a:t>Integrity Monitor: Real-time detection of tab-switching and window exits.</a:t>
            </a:r>
          </a:p>
          <a:p>
            <a:pPr>
              <a:defRPr sz="1800"/>
            </a:pPr>
            <a:r>
              <a:t>Premium UI: Dark mode with glassmorphism effects and micro-animations.</a:t>
            </a:r>
          </a:p>
          <a:p>
            <a:pPr>
              <a:defRPr sz="1800"/>
            </a:pPr>
            <a:r>
              <a:t>Automated Scoring: Real-time response evaluation and scoring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Powered by Socket.IO for bidirectional communication.</a:t>
            </a:r>
          </a:p>
          <a:p>
            <a:pPr>
              <a:defRPr sz="1800"/>
            </a:pPr>
            <a:r>
              <a:t>Instant notification of student activity to the admin dashboard.</a:t>
            </a:r>
          </a:p>
          <a:p>
            <a:pPr>
              <a:defRPr sz="1800"/>
            </a:pPr>
            <a:r>
              <a:t>Dynamic UI updates without manual browser reloads.</a:t>
            </a:r>
          </a:p>
          <a:p>
            <a:pPr>
              <a:defRPr sz="1800"/>
            </a:pPr>
            <a:r>
              <a:t>Live stress-bar and click visualization for examiners.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Telemetry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10-second windowed click tracking for behavioral heatmaps.</a:t>
            </a:r>
          </a:p>
          <a:p>
            <a:pPr>
              <a:defRPr sz="1800"/>
            </a:pPr>
            <a:r>
              <a:t>Automatic categorization of clicks: Header, Integrity, Stress Bar, Question Area.</a:t>
            </a:r>
          </a:p>
          <a:p>
            <a:pPr>
              <a:defRPr sz="1800"/>
            </a:pPr>
            <a:r>
              <a:t>Stress Level Monitoring: Capturing student engagement metrics.</a:t>
            </a:r>
          </a:p>
          <a:p>
            <a:pPr>
              <a:defRPr sz="1800"/>
            </a:pPr>
            <a:r>
              <a:t>High-Precision Timeseries Logging: Stored in MongoDB for deep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JWT-Protected Admin Routes: Secure access control.</a:t>
            </a:r>
          </a:p>
          <a:p>
            <a:pPr>
              <a:defRPr sz="1800"/>
            </a:pPr>
            <a:r>
              <a:t>Fullscreen Enforcement: Mandatory fullscreen mode during exams.</a:t>
            </a:r>
          </a:p>
          <a:p>
            <a:pPr>
              <a:defRPr sz="1800"/>
            </a:pPr>
            <a:r>
              <a:t>Violation Detection: Logging of window minimizing and tab switching.</a:t>
            </a:r>
          </a:p>
          <a:p>
            <a:pPr>
              <a:defRPr sz="1800"/>
            </a:pPr>
            <a:r>
              <a:t>Sequential Question Guard: Enforced logical flow for answering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Next.js 16 (Turbopack) &amp; React 19.</a:t>
            </a:r>
          </a:p>
          <a:p>
            <a:pPr>
              <a:defRPr sz="1800"/>
            </a:pPr>
            <a:r>
              <a:t>Socket.IO Client for real-time events.</a:t>
            </a:r>
          </a:p>
          <a:p>
            <a:pPr>
              <a:defRPr sz="1800"/>
            </a:pPr>
            <a:r>
              <a:t>Axios for robust API communication.</a:t>
            </a:r>
          </a:p>
          <a:p>
            <a:pPr>
              <a:defRPr sz="1800"/>
            </a:pPr>
            <a:r>
              <a:t>Vanilla CSS with Glassmorphism Design Language.</a:t>
            </a:r>
          </a:p>
          <a:p>
            <a:pPr>
              <a:defRPr sz="1800"/>
            </a:pPr>
            <a:r>
              <a:t>Custom UI components with micro-animations.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Node.js &amp; Express.js framework.</a:t>
            </a:r>
          </a:p>
          <a:p>
            <a:pPr>
              <a:defRPr sz="1800"/>
            </a:pPr>
            <a:r>
              <a:t>Socket.IO Server for orchestration.</a:t>
            </a:r>
          </a:p>
          <a:p>
            <a:pPr>
              <a:defRPr sz="1800"/>
            </a:pPr>
            <a:r>
              <a:t>Mongoose ODM for MongoDB data management.</a:t>
            </a:r>
          </a:p>
          <a:p>
            <a:pPr>
              <a:defRPr sz="1800"/>
            </a:pPr>
            <a:r>
              <a:t>Zod for runtime validation and schema typing.</a:t>
            </a:r>
          </a:p>
          <a:p>
            <a:pPr>
              <a:defRPr sz="1800"/>
            </a:pPr>
            <a:r>
              <a:t>BcryptJS for secure password hashing.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Sequential Numeric IDs for frontend compatibility.</a:t>
            </a:r>
          </a:p>
          <a:p>
            <a:pPr>
              <a:defRPr sz="1800"/>
            </a:pPr>
            <a:r>
              <a:t>Timeseries Collections for high-volume behavioral data.</a:t>
            </a:r>
          </a:p>
          <a:p>
            <a:pPr>
              <a:defRPr sz="1800"/>
            </a:pPr>
            <a:r>
              <a:t>Optimized Mongoose Models for fast querying.</a:t>
            </a:r>
          </a:p>
          <a:p>
            <a:pPr>
              <a:defRPr sz="1800"/>
            </a:pPr>
            <a:r>
              <a:t>Scalable architecture supporting concurrent student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CognitoMark bridges the gap between static testing and behavioral analytics.</a:t>
            </a:r>
          </a:p>
          <a:p>
            <a:pPr>
              <a:defRPr sz="1800"/>
            </a:pPr>
            <a:r>
              <a:t>Provides examiners with unprecedented insights into student honesty and engagement.</a:t>
            </a:r>
          </a:p>
          <a:p>
            <a:pPr>
              <a:defRPr sz="1800"/>
            </a:pPr>
            <a:r>
              <a:t>Future Roadmap: AI-powered proctoring and advanced statistical modeling.</a:t>
            </a:r>
          </a:p>
          <a:p>
            <a:pPr>
              <a:defRPr sz="1800"/>
            </a:pPr>
            <a:r>
              <a:t>Built for efficiency, elegance, and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